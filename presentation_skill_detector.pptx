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Детектор вредоносных скиллов LLM-агентов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B8D8F0"/>
                </a:solidFill>
              </a:rPr>
              <a:t>обобщение на новые источники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2A37"/>
                </a:solidFill>
              </a:rPr>
              <a:t>Калмыков М. Д.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F6B"/>
                </a:solidFill>
              </a:rPr>
              <a:t>Адаптационный курс по ML и математике · ВШЭ · группа 2 (МИБСИ261)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F6B"/>
                </a:solidFill>
              </a:rPr>
              <a:t>22.10.2026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Calibri"/>
              </a:rPr>
              <a:t>Задача и данные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B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Задача: бинарная классификация текста скилла — вредоносный / безопасный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Данные: MaliciousSkillBench (HuggingFace, CC-BY-4.0) — 9 740 скиллов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555F6B"/>
                </a:solidFill>
                <a:latin typeface="Calibri"/>
              </a:rPr>
              <a:t>– 7 505 вредоносных и 2 235 безопасных (дисбаланс ≈ 3.36 : 1)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4 официальных протокола разбиения: random, source_balanced_random, m_structural_disjoint, source_disjoint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Ключевой — source_disjoint: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555F6B"/>
                </a:solidFill>
                <a:latin typeface="Calibri"/>
              </a:rPr>
              <a:t>– train и test из РАЗНЫХ источников — честная проверка переноса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Главный вопрос: насколько детектор, обученный на одних источниках, работает на новых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Calibri"/>
              </a:rPr>
              <a:t>Результаты: random vs новые источники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B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Модель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source_disjoint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latin typeface="Calibri"/>
                        </a:rPr>
                        <a:t>Baseline (TF-IDF + LogReg)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0.733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latin typeface="Calibri"/>
                        </a:rPr>
                        <a:t>char_wb (символьные n-граммы)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0.731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latin typeface="Calibri"/>
                        </a:rPr>
                        <a:t>Эмбеддинги bge-m3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0.637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latin typeface="Calibri"/>
                        </a:rPr>
                        <a:t>LinearSVC (лучшая)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0.736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2A37"/>
                </a:solidFill>
              </a:rPr>
              <a:t>macro-F1. На random — ≈0.90; на новых источниках — ≈0.73.</a:t>
            </a:r>
          </a:p>
          <a:p>
            <a:r>
              <a:rPr sz="1700" b="1">
                <a:solidFill>
                  <a:srgbClr val="0B72B6"/>
                </a:solidFill>
              </a:rPr>
              <a:t>Recall безопасных: 0.88 (random) → 0.47 (source_disjoint) — модель «перестраховывается» и валит безопасные.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Calibri"/>
              </a:rPr>
              <a:t>Почему ломается: разбор ошибок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B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На source_disjoint: FP = 378, FN = 62 (recall вредоносных 0.96, безопасных 0.47)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95% ложных срабатываний — два источника: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555F6B"/>
                </a:solidFill>
                <a:latin typeface="Calibri"/>
              </a:rPr>
              <a:t>– ATR Skill Security Benchmark — 304 из 455 безопасных (67%)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555F6B"/>
                </a:solidFill>
                <a:latin typeface="Calibri"/>
              </a:rPr>
              <a:t>– SkillFortifyBench — 55 из 90 (61%)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Top-признаки FP (ATR) ≈ top-признаки TP (вредоносные):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555F6B"/>
                </a:solidFill>
                <a:latin typeface="Calibri"/>
              </a:rPr>
              <a:t>– python, import, run, configuration, cache, this skill, the user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Специфичных маркеров (bash, eval, curl, chmod) в топе нет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Вывод: модель выучила «технический текст = вредоносный», а не конкретное вредоносное поведение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B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Провал не равномерный — он в источниках, где безопасные скиллы технически насыщены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Нет специфичного вредоносного сигнала → любой технический скилл = ложное срабатывание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Не помогли: char_wb (форма), эмбеддинги (смысл), LLM-каскад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Работает: поведенческие признаки — +0.046 recall безопасных на новых источниках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Риск: обфускация zero-width рушит recall вредоносных с 0.95 до 0.38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Практический вывод: нужны признаки «что скилл делает» (вызовы, права, сеть), а не «как он описан»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